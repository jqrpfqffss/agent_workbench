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741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026D89-DAF0-4742-8A4B-D3930CB0D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C2F8FE-B9E3-4C78-8A9B-95B5E7DDA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5DF85-1E54-4BCD-AFD6-E37B7A26B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8DF6D-CA26-4495-AF62-0C9D4404E179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8EF605-1E65-42F6-AFE0-267FFE17D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FF95A3-FA11-426E-9441-D17092CD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DACAB-2E56-47DB-93EF-6E9FE72802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853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DDE2D3-DF99-4C48-8735-998FC7548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907363-041A-416F-AB61-312A855EA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87E7E6-9386-4E1E-B3A8-DCC1CF1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8DF6D-CA26-4495-AF62-0C9D4404E179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BA1F35-A52C-43B4-B58A-D4E00C6D3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9B3371-308D-444A-A4C2-531055977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DACAB-2E56-47DB-93EF-6E9FE72802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04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FF36B-141A-493E-8367-F5B0F1974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0435F9-E3D3-453F-8E58-533F7D49A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47A6D9-0D75-4FA3-8221-BF2DE2A5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8DF6D-CA26-4495-AF62-0C9D4404E179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9749AC-6600-4FCF-80D6-E678B3E73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27C91C-D73B-4B18-9FC0-D61DABD5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DACAB-2E56-47DB-93EF-6E9FE72802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4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AD86A-C089-41E8-8F3C-98EC836C3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1C811D-0223-4AFD-8B5C-8D0B8C6A1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F6201C-B6B4-442A-AA23-A091FF71C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A12459-22D8-4030-A2E9-8A6BB2D57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8DF6D-CA26-4495-AF62-0C9D4404E179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33220F-9111-41A5-92E7-59CDE5F4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F6C8A8-17C1-48FA-954C-65D7CEC03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DACAB-2E56-47DB-93EF-6E9FE72802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585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084F8-2CF2-40AE-9462-93A5ABA7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0A8842-C4ED-4C59-B563-DD100FB17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2C5E47-DCA9-4452-8554-551A013B4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5F4CFB-B912-4084-BF92-F770FBB62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C0538F1-443D-4BFB-9DEA-BC6C46E4F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31F8C96-48E0-48AF-86D8-DB2652CCB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8DF6D-CA26-4495-AF62-0C9D4404E179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B70B70-C7CD-4B19-8F50-6AAE18911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A1EDF9-2A08-4CA5-A8F8-770CC965E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DACAB-2E56-47DB-93EF-6E9FE72802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698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583C3-678A-4975-A607-BAF5C13D5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95F236F-ED18-4785-B1D0-7D3E0847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8DF6D-CA26-4495-AF62-0C9D4404E179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2BA4A9-8EDB-4B6F-8AD9-316A9219B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5A79A9-8395-4BDC-AC99-1C34D0DC2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DACAB-2E56-47DB-93EF-6E9FE72802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201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68D527-53AE-43B2-821A-295F147C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8DF6D-CA26-4495-AF62-0C9D4404E179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C1062F-9782-4044-9B34-C9852799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A86AF-F729-4B02-990E-BD29B1C9C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DACAB-2E56-47DB-93EF-6E9FE72802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68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C8967-E9F9-4502-AD96-E8F7A323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363F50-C740-46C0-A9E9-80B6113F4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49AB56-5195-4CB4-A2D5-32EEC5EA2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EECA22-91DE-41CD-9B7A-76529EE97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8DF6D-CA26-4495-AF62-0C9D4404E179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8F7DE2-DB9D-41A6-A75C-06F460056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9689A6-8B52-444C-B70D-3791475CA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DACAB-2E56-47DB-93EF-6E9FE72802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2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E4576-F682-42F7-96ED-6AF9D962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1EB9D64-F29B-4CE2-A1F3-4319882B10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5E8E42-F0A0-47C3-99F4-FF2403307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D0542E-B037-4FA0-9435-BA7F7274D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8DF6D-CA26-4495-AF62-0C9D4404E179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6D4273-A618-4521-9A16-5347F36E3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CBB8FB-1C94-4F75-B071-520F0B0E7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DACAB-2E56-47DB-93EF-6E9FE72802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890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305AE-817E-441B-94B6-A2D396D44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0D7D5C-3A11-4F74-BDB7-8EA1FB0FD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09C3AC-F669-424C-BA71-04741128C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8DF6D-CA26-4495-AF62-0C9D4404E179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8DD2EA-4949-4985-8567-ADB7211A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A2106B-874A-4504-AD18-3B1C5F89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DACAB-2E56-47DB-93EF-6E9FE72802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121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F9E51B7-302D-40B7-94CD-DB53F52EEC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FC7F20-E464-47C2-8AF7-8B84BC68F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5D0519-622C-4179-8584-5B6BA93F2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8DF6D-CA26-4495-AF62-0C9D4404E179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7836C6-D6A8-4706-B3EA-2FCE0C884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B50AD0-0009-4EFB-BCA3-2DFA88FC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DACAB-2E56-47DB-93EF-6E9FE72802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20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9BFC5D-F4AE-4533-9E93-0F1CFFB3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C3794D-DD41-4BFE-A39F-C975D4B99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39E8D9-F191-4F42-BF00-E6344AA2F8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8DF6D-CA26-4495-AF62-0C9D4404E179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BD8F44-1EFD-4BD3-AF42-E305BFE5C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C01BE8-5BF3-4E18-AC7B-BE29A330B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DACAB-2E56-47DB-93EF-6E9FE72802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32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B3ADA-DB5C-48E5-AEC0-AF5F74B921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agent_workbench test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A90A26-A7E2-40C7-BD68-A5B8336C83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883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agent_workbench 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agent_workbench test</dc:title>
  <dc:creator>1483983421@qq.com</dc:creator>
  <cp:lastModifiedBy>1483983421@qq.com</cp:lastModifiedBy>
  <cp:revision>1</cp:revision>
  <dcterms:created xsi:type="dcterms:W3CDTF">2026-04-26T01:46:26Z</dcterms:created>
  <dcterms:modified xsi:type="dcterms:W3CDTF">2026-04-26T01:46:26Z</dcterms:modified>
</cp:coreProperties>
</file>